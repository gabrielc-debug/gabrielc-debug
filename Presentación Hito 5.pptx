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eFVcJ6PuwSCF5mVymbGd4iI4x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Hito 5 – Presentación del proyecto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097280" y="2834640"/>
            <a:ext cx="9966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web para publicación y arriendo de inmuebles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· Python · PostgreSQL · Django ORM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Gabriel Cuevas Gaete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Descripción general del sitio web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 para publicar y consultar inmuebles disponibles para arriendo.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Desarrollada con Django y PostgreSQL.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inmuebles se organizan por comuna y región.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contempla funcionalidades según el tipo de usuario.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420" y="861057"/>
            <a:ext cx="3836515" cy="559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Características principales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 con rol de arrendador y arrendatario.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Publicación de inmuebles.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Edición y eliminación de inmuebles propios.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 de inmuebles disponibles.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Filtrado por región y comuna.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920" y="1371607"/>
            <a:ext cx="506730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Gestión de usuarios</a:t>
            </a: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633870" y="1393300"/>
            <a:ext cx="54864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Arrendador: publica, consulta, edita y elimina sus inmuebles.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Arrendatario: consulta la oferta disponible y utiliza los filtros de ubicación.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mantiene asociadas las publicaciones con su propietario.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270" y="1411120"/>
            <a:ext cx="5766606" cy="4035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Gestión de inmuebles – CRUD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623470" y="1339050"/>
            <a:ext cx="5212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Crear: formulario para agregar un inmueble.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Leer: listado de inmuebles registrados y disponibles.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Actualizar: edición de los datos de un inmueble.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Eliminar: eliminación de una publicación propia.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operaciones se realizan mediante Django ORM.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050" y="1416375"/>
            <a:ext cx="2475600" cy="353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3245" y="1969770"/>
            <a:ext cx="3175831" cy="2199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Filtrado por región y comuna</a:t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731520" y="1371600"/>
            <a:ext cx="52120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oferta muestra los inmuebles marcados como disponibles.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usuario puede seleccionar una región y/o una comuna.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filtrado se realiza mediante consultas del Django ORM.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resultados se actualizan según los criterios seleccionados.</a:t>
            </a:r>
            <a:endParaRPr/>
          </a:p>
        </p:txBody>
      </p:sp>
      <p:pic>
        <p:nvPicPr>
          <p:cNvPr id="121" name="Google Shape;12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725" y="861057"/>
            <a:ext cx="5531618" cy="559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Base de datos y acceso a datos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731520" y="1371600"/>
            <a:ext cx="56692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 PostgreSQL.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administra modelos y migraciones.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ORM permite consultar, crear, modificar y eliminar registros.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 principales: Región → Comuna → Inmueble y Usuario → Propietario → Inmueble.</a:t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650" y="632458"/>
            <a:ext cx="2941546" cy="559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Problemas y dificultades encontradas</a:t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731520" y="1325880"/>
            <a:ext cx="103327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inicial de Django y conexión con PostgreSQL.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y aplicación de migraciones al modificar modelos.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Carga y organización de regiones y comunas.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Relaciones entre usuarios, propietarios e inmuebles.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y pruebas de operaciones CRUD.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Corrección de errores y ajustes durante las pruebas.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Demostración del funcionamiento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Ejecutar python manage.py runserver.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Iniciar sesión o registrar un usuario.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Como arrendador, agregar un inmueble.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Mostrar, editar y eliminar un inmueble.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Entrar a la oferta de inmuebles disponibles.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Aplicar filtros por región y comuna.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Comprobar los resultados.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920" y="1480233"/>
            <a:ext cx="5668955" cy="320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Conclusión</a:t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desarrolló una aplicación web funcional para la publicación y consulta de inmuebles.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integra Django, PostgreSQL y Django ORM.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implementaron usuarios, CRUD, disponibilidad y filtros por ubicación.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hitos permitieron construir progresivamente el sistema hasta una aplicación funcional.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